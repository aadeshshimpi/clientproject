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20040"/>
            <a:ext cx="109728" cy="62179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ADIAKSH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8BFF"/>
                </a:solidFill>
              </a:rPr>
              <a:t>Your Digital &amp; AI Engineering Partner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Web Development  •  Mobile Apps  •  AI Engineering  •  Cloud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www.adiakshsolutions.com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Pune, India  |  Dubai, UAE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5989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1A1A2E"/>
                </a:solidFill>
              </a:rPr>
              <a:t>Company Credentials &amp; Capabilities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About Adiaksh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Adiaksh Solutions is a boutique digital and technology studio headquartered in Pune, India, with a presence in Dubai, UAE. We partner with startups and global enterprises to design, build, and scale world-class digital products.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26517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Global Presence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80"/>
                </a:solidFill>
              </a:rPr>
              <a:t>Pune &amp; Dubai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468880"/>
            <a:ext cx="26517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743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Fast 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246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80"/>
                </a:solidFill>
              </a:rPr>
              <a:t>Agile &amp; Iterative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468880"/>
            <a:ext cx="26517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743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Quality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46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80"/>
                </a:solidFill>
              </a:rPr>
              <a:t>Enterprise Grade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2468880"/>
            <a:ext cx="26517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2743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Client Focused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3246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80"/>
                </a:solidFill>
              </a:rPr>
              <a:t>Long-term Partners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6177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1A2E"/>
                </a:solidFill>
              </a:rPr>
              <a:t>Our mission: Deliver measurable business outcomes through cutting-edge technology, superior design, and a relentless focus on client success.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www.adiakshsolutions.com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Our Role &amp; Responsibilities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66928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669280" cy="41148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Strategic Technology 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▸  Understand client business goals &amp; translate them into tech solutions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▸  Advise on technology stack, architecture &amp; scalability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▸  Provide roadmap planning &amp; digital transformation guidance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66928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669280" cy="41148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2344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End-to-End Product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69164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▸  Manage full software development lifecycle (SDLC)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▸  From concept &amp; wireframes to development, QA &amp; deployment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▸  Ensure on-time, on-budget delivery with agile sprints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03320"/>
            <a:ext cx="566928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703320"/>
            <a:ext cx="5669280" cy="41148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749039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Quality &amp; Compliance Ownership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▸  Maintain code quality, security best practices &amp; performance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▸  Conduct regular code reviews, testing &amp; vulnerability audits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▸  Adhere to industry standards (GDPR, OWASP, ISO best practices)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703320"/>
            <a:ext cx="566928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703320"/>
            <a:ext cx="5669280" cy="41148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749039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Ongoing Support &amp; Maintenance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20624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▸  Post-launch monitoring, bug fixes &amp; feature enhancements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▸  24/7 SLA-based support options available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▸  Dedicated account management for each client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www.adiakshsolutions.com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Core Services &amp; Offerings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3657600" cy="7315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Web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Full-stack web apps, SaaS platforms, e-commerce &amp; enterprise portals using React, Next.js &amp; cloud-native architectures.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4300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143000"/>
            <a:ext cx="3657600" cy="7315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2801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Mobile App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73736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Cross-platform iOS &amp; Android apps built with React Native / Flutter for seamless user experiences.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14300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143000"/>
            <a:ext cx="3657600" cy="7315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2801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AI &amp; Automation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73736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AI-powered products, ML pipelines, intelligent automation, chatbots &amp; data-driven decision systems.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49039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49039"/>
            <a:ext cx="3657600" cy="7315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8862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Cloud 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34340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Architecture, deployment &amp; management of scalable cloud solutions on AWS, Azure &amp; GCP.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749039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749039"/>
            <a:ext cx="3657600" cy="7315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8862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UX / UI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34340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User research, wireframing, prototyping &amp; high-fidelity design that converts and delights.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749039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749039"/>
            <a:ext cx="3657600" cy="7315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38862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Product Engineering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34340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Ideation to production: MVP development, product scaling, technical debt management &amp; DevOps.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www.adiakshsolutions.com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Technical Capabilities &amp;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3657600" cy="4114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9786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React.js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Next.js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Vue.js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TypeScript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Tailwind CSS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4300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143000"/>
            <a:ext cx="3657600" cy="4114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19786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4592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Node.js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Python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Django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FastAPI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REST &amp; GraphQL APIs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14300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143000"/>
            <a:ext cx="3657600" cy="4114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19786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Mobile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64592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React Native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Flutter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iOS (Swift)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Android (Kotlin)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49039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49039"/>
            <a:ext cx="3657600" cy="4114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803903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 / 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251959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OpenAI / GPT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LangChain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TensorFlow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Scikit-learn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RAG Pipelines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749039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749039"/>
            <a:ext cx="3657600" cy="4114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803903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Cloud &amp; DevOps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251959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AWS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Azure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GCP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Docker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Kubernetes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CI/CD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749039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749039"/>
            <a:ext cx="3657600" cy="4114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3803903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Databases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251959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PostgreSQL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MongoDB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MySQL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Redis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Firebase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www.adiakshsolutions.com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Why Partner with Adiaksh Solutions?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6692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73152" cy="16002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Speed to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Rapid prototyping &amp; agile delivery cycles ensure your product reaches market faster than the competition.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43000"/>
            <a:ext cx="56692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143000"/>
            <a:ext cx="73152" cy="16002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2801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Innovation-Driven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69164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We leverage the latest in AI, cloud &amp; modern web technologies to keep your product ahead of the curve.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53512"/>
            <a:ext cx="56692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953512"/>
            <a:ext cx="73152" cy="16002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906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Cost-Effective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502152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Competitive pricing with Pune-based delivery center and Dubai-based client management — best of both worlds.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953512"/>
            <a:ext cx="56692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953512"/>
            <a:ext cx="73152" cy="16002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0906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Deep Expertise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502152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Senior engineers and designers with 5-12 years of experience across diverse industries &amp; technologies.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764024"/>
            <a:ext cx="56692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764024"/>
            <a:ext cx="73152" cy="16002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90118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Global Standards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312664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We build to international quality, security, and compliance standards for clients across the globe.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764024"/>
            <a:ext cx="56692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4764024"/>
            <a:ext cx="73152" cy="16002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490118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True Partnership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312664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We don't just write code — we become a committed extension of your team, invested in your success.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www.adiakshsolutions.com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Our Engagement &amp; Delivery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691640" cy="169164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8016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9202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Discovery
&amp; Scoping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8288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F44"/>
                </a:solidFill>
              </a:rPr>
              <a:t>-&gt;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0632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Understand requirements, goals, timelines &amp; budget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40280" y="1234440"/>
            <a:ext cx="1691640" cy="169164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0280" y="128016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19202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Architecture
&amp;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8288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F44"/>
                </a:solidFill>
              </a:rPr>
              <a:t>-&gt;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30632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UI/UX wireframes, system design &amp; technology selection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1234440"/>
            <a:ext cx="1691640" cy="169164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20" y="128016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19202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Agile
Development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18288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F44"/>
                </a:solidFill>
              </a:rPr>
              <a:t>-&gt;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30632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Sprint-based development with regular demos &amp; feedback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1234440"/>
            <a:ext cx="1691640" cy="169164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128016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19202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QA &amp;
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18288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F44"/>
                </a:solidFill>
              </a:rPr>
              <a:t>-&gt;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30632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Automated &amp; manual testing, performance &amp; security review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1000" y="1234440"/>
            <a:ext cx="1691640" cy="169164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128016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19202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Deployment
&amp; Go-Live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18288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F44"/>
                </a:solidFill>
              </a:rPr>
              <a:t>-&gt;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30632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CI/CD pipeline, cloud deployment &amp; production launch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21240" y="1234440"/>
            <a:ext cx="1691640" cy="169164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21240" y="128016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19202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Support &amp;
Growth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30632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Ongoing maintenance, feature roadmap &amp; scaling support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5720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A1F44"/>
                </a:solidFill>
              </a:rPr>
              <a:t>Every project includes a dedicated project manager, weekly status reports, and full source-code ownership transferred to the client upon completion.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www.adiakshsolutions.com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Industries We Serve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514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514600" cy="7315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F44"/>
                </a:solidFill>
              </a:rPr>
              <a:t>E-Commerce &amp; Retail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188720"/>
            <a:ext cx="2514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1188720"/>
            <a:ext cx="2514600" cy="7315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6459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F44"/>
                </a:solidFill>
              </a:rPr>
              <a:t>Healthcare &amp; MedTech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188720"/>
            <a:ext cx="2514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188720"/>
            <a:ext cx="2514600" cy="7315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6459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F44"/>
                </a:solidFill>
              </a:rPr>
              <a:t>FinTech &amp; Banking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188720"/>
            <a:ext cx="2514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61120" y="1188720"/>
            <a:ext cx="2514600" cy="7315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6459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F44"/>
                </a:solidFill>
              </a:rPr>
              <a:t>EdTech &amp; eLearning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57600"/>
            <a:ext cx="2514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2514600" cy="7315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11480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F44"/>
                </a:solidFill>
              </a:rPr>
              <a:t>Enterprise SaaS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3657600"/>
            <a:ext cx="2514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3657600"/>
            <a:ext cx="2514600" cy="7315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411480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F44"/>
                </a:solidFill>
              </a:rPr>
              <a:t>Logistics &amp; Supply Chain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657600"/>
            <a:ext cx="2514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3657600"/>
            <a:ext cx="2514600" cy="7315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411480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F44"/>
                </a:solidFill>
              </a:rPr>
              <a:t>Travel &amp; Hospitality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3657600"/>
            <a:ext cx="2514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61120" y="3657600"/>
            <a:ext cx="2514600" cy="7315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411480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F44"/>
                </a:solidFill>
              </a:rPr>
              <a:t>Media &amp; Entertainment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www.adiakshsolutions.com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Engagement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56616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566160" cy="7315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1F44"/>
                </a:solidFill>
              </a:rPr>
              <a:t>Fixed Price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 Well-defined scope &amp; deliverables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 Fixed timeline &amp; cost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 Ideal for MVPs and defined projects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 Regular milestone-based reviews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56616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566160" cy="7315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3716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1F44"/>
                </a:solidFill>
              </a:rPr>
              <a:t>Time &amp; Material (T&amp;M)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0116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 Flexible, evolving requirements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 Pay only for hours worked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 Full transparency with timesheets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 Best for long-term development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356616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566160" cy="7315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3716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1F44"/>
                </a:solidFill>
              </a:rPr>
              <a:t>Dedicated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0116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 Dedicated developers &amp; designers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 Works as an extension of your team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 Full control over priorities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 Monthly retainer-based pricing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www.adiakshsolutions.com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20040"/>
            <a:ext cx="109728" cy="62179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Let's Build Something Great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008BFF"/>
                </a:solidFill>
              </a:rPr>
              <a:t>We're ready to understand your challenges and propose the right digital solution.
Schedule a free consultation call with our team today.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5204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www.adiakshsolutions.com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5204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Pune, India  |  Dubai, UAE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2025 Adiaksh Solutions.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